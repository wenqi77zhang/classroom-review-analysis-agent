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f508fc71a34c7d" /><Relationship Type="http://schemas.openxmlformats.org/officeDocument/2006/relationships/extended-properties" Target="/docProps/app.xml" Id="R4d1f797f974747a2" /><Relationship Type="http://schemas.openxmlformats.org/officeDocument/2006/relationships/officeDocument" Target="/ppt/presentation.xml" Id="R050b5ca4a3384d17" /></Relationships>
</file>

<file path=ppt/presentation.xml><?xml version="1.0" encoding="utf-8"?>
<p:presentation xmlns:p="http://schemas.openxmlformats.org/presentationml/2006/main">
  <p:sldMasterIdLst>
    <p:sldMasterId xmlns:r="http://schemas.openxmlformats.org/officeDocument/2006/relationships" id="2147483648" r:id="R90c2984663dd43d9"/>
  </p:sldMasterIdLst>
  <p:notesMasterIdLst>
    <p:notesMasterId xmlns:r="http://schemas.openxmlformats.org/officeDocument/2006/relationships" r:id="Re69786fe5b074917"/>
  </p:notesMasterIdLst>
  <p:sldIdLst>
    <p:sldId xmlns:r="http://schemas.openxmlformats.org/officeDocument/2006/relationships" id="256" r:id="Rc3920acd719946b7"/>
    <p:sldId xmlns:r="http://schemas.openxmlformats.org/officeDocument/2006/relationships" id="257" r:id="R741d4cae7043492d"/>
    <p:sldId xmlns:r="http://schemas.openxmlformats.org/officeDocument/2006/relationships" id="258" r:id="R32d313149d9649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231b79401741cd" /><Relationship Type="http://schemas.openxmlformats.org/officeDocument/2006/relationships/slideMaster" Target="/ppt/slideMasters/slideMaster1.xml" Id="R90c2984663dd43d9" /><Relationship Type="http://schemas.openxmlformats.org/officeDocument/2006/relationships/notesMaster" Target="/ppt/notesMasters/notesMaster1.xml" Id="Re69786fe5b074917" /><Relationship Type="http://schemas.openxmlformats.org/officeDocument/2006/relationships/presProps" Target="/ppt/presProps.xml" Id="R9301e68bc4044895" /><Relationship Type="http://schemas.openxmlformats.org/officeDocument/2006/relationships/tableStyles" Target="/ppt/tableStyles.xml" Id="R6bb34c2f76844805" /><Relationship Type="http://schemas.openxmlformats.org/officeDocument/2006/relationships/slide" Target="/ppt/slides/slide1.xml" Id="Rc3920acd719946b7" /><Relationship Type="http://schemas.openxmlformats.org/officeDocument/2006/relationships/slide" Target="/ppt/slides/slide2.xml" Id="R741d4cae7043492d" /><Relationship Type="http://schemas.openxmlformats.org/officeDocument/2006/relationships/slide" Target="/ppt/slides/slide3.xml" Id="R32d313149d9649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9733699317d48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9baf660ecd477e" /><Relationship Type="http://schemas.openxmlformats.org/officeDocument/2006/relationships/notesMaster" Target="/ppt/notesMasters/notesMaster1.xml" Id="R9716fd0653f044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a287e0b64f14a3c" /><Relationship Type="http://schemas.openxmlformats.org/officeDocument/2006/relationships/notesMaster" Target="/ppt/notesMasters/notesMaster1.xml" Id="Rcf1578a860a547b5" /></Relationships>
</file>

<file path=ppt/notesSlides/_rels/notesSlide3.xml.rels>&#65279;<?xml version="1.0" encoding="utf-8"?><Relationships xmlns="http://schemas.openxmlformats.org/package/2006/relationships"><Relationship Type="http://schemas.openxmlformats.org/officeDocument/2006/relationships/slide" Target="/ppt/slides/slide3.xml" Id="R1cf93125cd354cff" /><Relationship Type="http://schemas.openxmlformats.org/officeDocument/2006/relationships/notesMaster" Target="/ppt/notesMasters/notesMaster1.xml" Id="R03fc40f170f1446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public demo material. Licensed CC BY 4.0. Narration: This is the second synthetic round. By the end, learners should choose a binary label and explain how the threshold supports the choice. The explanation is part of the success check.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public demo material. Licensed CC BY 4.0. Narration: Consider two model scores: zero point seven two and zero point three one. First think silently. Then compare your labels with a partner. Explain why each score falls on one side of the zero point five threshold. I will pause before sharing the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public demo material. Licensed CC BY 4.0. Narration: Now check the reasoning. Zero point seven two gives label one, and zero point three one gives label zero. If the threshold changed to zero point eight, the first prediction would also become label zero. Write one sentence explaining why.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bedc220944140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6fa777747a430e" /><Relationship Type="http://schemas.openxmlformats.org/officeDocument/2006/relationships/slideLayout" Target="/ppt/slideLayouts/slideLayout1.xml" Id="Re28743d6ab854f5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28743d6ab854f5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2bd5a98315c4520" /><Relationship Type="http://schemas.openxmlformats.org/officeDocument/2006/relationships/image" Target="/ppt/media/image.png" Id="R9fccdc67b41b4510" /><Relationship Type="http://schemas.openxmlformats.org/officeDocument/2006/relationships/notesSlide" Target="/ppt/notesSlides/notesSlide1.xml" Id="R31a919a21d9145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d89a758df8c4557" /><Relationship Type="http://schemas.openxmlformats.org/officeDocument/2006/relationships/image" Target="/ppt/media/image2.png" Id="R0a955ead57134be4" /><Relationship Type="http://schemas.openxmlformats.org/officeDocument/2006/relationships/notesSlide" Target="/ppt/notesSlides/notesSlide2.xml" Id="R695ef79162774d3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2ba3daf1e6b4107" /><Relationship Type="http://schemas.openxmlformats.org/officeDocument/2006/relationships/image" Target="/ppt/media/image3.png" Id="Ra9f274c849334117" /><Relationship Type="http://schemas.openxmlformats.org/officeDocument/2006/relationships/notesSlide" Target="/ppt/notesSlides/notesSlide3.xml" Id="R640f07be35fe4384" /></Relationships>
</file>

<file path=ppt/slides/slide1.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9fccdc67b41b451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A9A25B0-02C5-4D67-9D27-738E85CB3569}"/>
              </a:ext>
            </a:extLst>
          </p:cNvPr>
          <p:cNvSpPr>
            <a:spLocks xmlns:a="http://schemas.openxmlformats.org/drawingml/2006/main" noGrp="1"/>
          </p:cNvSpPr>
          <p:nvPr/>
        </p:nvSpPr>
        <p:spPr>
          <a:xfrm xmlns:a="http://schemas.openxmlformats.org/drawingml/2006/main">
            <a:off x="781050" y="10001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676"/>
          </a:bodyPr>
          <a:lstStyle xmlns:a="http://schemas.openxmlformats.org/drawingml/2006/main"/>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Learning goal and success check</a:t>
            </a:r>
          </a:p>
        </p:txBody>
      </p:sp>
      <p:sp>
        <p:nvSpPr>
          <p:cNvPr id="3" name="">
            <a:extLst xmlns:a="http://schemas.openxmlformats.org/drawingml/2006/main">
              <a:ext uri="{FF2B5EF4-FFF2-40B4-BE49-F238E27FC236}">
                <a16:creationId xmlns:a16="http://schemas.microsoft.com/office/drawing/2014/main" id="{CE19F6D6-AF66-4E1D-8A86-E8A8533C10CB}"/>
              </a:ext>
            </a:extLst>
          </p:cNvPr>
          <p:cNvSpPr>
            <a:spLocks xmlns:a="http://schemas.openxmlformats.org/drawingml/2006/main" noGrp="1"/>
          </p:cNvSpPr>
          <p:nvPr/>
        </p:nvSpPr>
        <p:spPr>
          <a:xfrm xmlns:a="http://schemas.openxmlformats.org/drawingml/2006/main">
            <a:off x="800100" y="2333625"/>
            <a:ext cx="60483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a:solidFill>
                  <a:srgbClr val="243B53"/>
                </a:solidFill>
                <a:latin typeface="Arial"/>
                <a:ea typeface="Arial"/>
                <a:cs typeface="Arial"/>
              </a:defRPr>
            </a:pPr>
            <a:r>
              <a:rPr sz="2175">
                <a:solidFill>
                  <a:srgbClr val="243B53"/>
                </a:solidFill>
                <a:latin typeface="Arial"/>
                <a:ea typeface="Arial"/>
                <a:cs typeface="Arial"/>
              </a:rPr>
              <a:t>Choose a label and explain the threshold rule.</a:t>
            </a:r>
          </a:p>
        </p:txBody>
      </p:sp>
      <p:sp>
        <p:nvSpPr>
          <p:cNvPr id="4" name="">
            <a:extLst xmlns:a="http://schemas.openxmlformats.org/drawingml/2006/main">
              <a:ext uri="{FF2B5EF4-FFF2-40B4-BE49-F238E27FC236}">
                <a16:creationId xmlns:a16="http://schemas.microsoft.com/office/drawing/2014/main" id="{C0FB2FC4-8F73-4AE4-9537-36ED28880EAC}"/>
              </a:ext>
            </a:extLst>
          </p:cNvPr>
          <p:cNvSpPr>
            <a:spLocks xmlns:a="http://schemas.openxmlformats.org/drawingml/2006/main" noGrp="1"/>
          </p:cNvSpPr>
          <p:nvPr/>
        </p:nvSpPr>
        <p:spPr>
          <a:xfrm xmlns:a="http://schemas.openxmlformats.org/drawingml/2006/main">
            <a:off x="800100" y="601980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66788A"/>
                </a:solidFill>
                <a:latin typeface="Arial"/>
                <a:ea typeface="Arial"/>
                <a:cs typeface="Arial"/>
              </a:defRPr>
            </a:pPr>
            <a:r>
              <a:rPr sz="1125">
                <a:solidFill>
                  <a:srgbClr val="66788A"/>
                </a:solidFill>
                <a:latin typeface="Arial"/>
                <a:ea typeface="Arial"/>
                <a:cs typeface="Arial"/>
              </a:rPr>
              <a:t>Synthetic public demo · 1/3</a:t>
            </a:r>
          </a:p>
        </p:txBody>
      </p:sp>
    </p:spTree>
    <p:extLst>
      <p:ext uri="{BB962C8B-B14F-4D97-AF65-F5344CB8AC3E}">
        <p14:creationId xmlns:p14="http://schemas.microsoft.com/office/powerpoint/2010/main" val="145856115"/>
      </p:ext>
    </p:extLst>
  </p:cSld>
</p:sld>
</file>

<file path=ppt/slides/slide2.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0a955ead57134be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8A6652E-E387-4456-BBF0-B9EAA6A6D15A}"/>
              </a:ext>
            </a:extLst>
          </p:cNvPr>
          <p:cNvSpPr>
            <a:spLocks xmlns:a="http://schemas.openxmlformats.org/drawingml/2006/main" noGrp="1"/>
          </p:cNvSpPr>
          <p:nvPr/>
        </p:nvSpPr>
        <p:spPr>
          <a:xfrm xmlns:a="http://schemas.openxmlformats.org/drawingml/2006/main">
            <a:off x="781050" y="10001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Think, compare, explain</a:t>
            </a:r>
          </a:p>
        </p:txBody>
      </p:sp>
      <p:sp>
        <p:nvSpPr>
          <p:cNvPr id="3" name="">
            <a:extLst xmlns:a="http://schemas.openxmlformats.org/drawingml/2006/main">
              <a:ext uri="{FF2B5EF4-FFF2-40B4-BE49-F238E27FC236}">
                <a16:creationId xmlns:a16="http://schemas.microsoft.com/office/drawing/2014/main" id="{EEB5A098-8760-4EC8-BF8D-D8474F4CC9EE}"/>
              </a:ext>
            </a:extLst>
          </p:cNvPr>
          <p:cNvSpPr>
            <a:spLocks xmlns:a="http://schemas.openxmlformats.org/drawingml/2006/main" noGrp="1"/>
          </p:cNvSpPr>
          <p:nvPr/>
        </p:nvSpPr>
        <p:spPr>
          <a:xfrm xmlns:a="http://schemas.openxmlformats.org/drawingml/2006/main">
            <a:off x="800100" y="2333625"/>
            <a:ext cx="60483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a:solidFill>
                  <a:srgbClr val="243B53"/>
                </a:solidFill>
                <a:latin typeface="Arial"/>
                <a:ea typeface="Arial"/>
                <a:cs typeface="Arial"/>
              </a:defRPr>
            </a:pPr>
            <a:r>
              <a:rPr sz="2175">
                <a:solidFill>
                  <a:srgbClr val="243B53"/>
                </a:solidFill>
                <a:latin typeface="Arial"/>
                <a:ea typeface="Arial"/>
                <a:cs typeface="Arial"/>
              </a:rPr>
              <a:t>Scores: 0.72 and 0.31</a:t>
            </a:r>
          </a:p>
          <a:p xmlns:a="http://schemas.openxmlformats.org/drawingml/2006/main">
            <a:r>
              <a:t/>
            </a:r>
          </a:p>
          <a:p xmlns:a="http://schemas.openxmlformats.org/drawingml/2006/main">
            <a:pPr>
              <a:defRPr sz="2175">
                <a:solidFill>
                  <a:srgbClr val="243B53"/>
                </a:solidFill>
                <a:latin typeface="Arial"/>
                <a:ea typeface="Arial"/>
                <a:cs typeface="Arial"/>
              </a:defRPr>
            </a:pPr>
            <a:r>
              <a:rPr sz="2175">
                <a:solidFill>
                  <a:srgbClr val="243B53"/>
                </a:solidFill>
                <a:latin typeface="Arial"/>
                <a:ea typeface="Arial"/>
                <a:cs typeface="Arial"/>
              </a:rPr>
              <a:t>Think silently, compare, then explain.</a:t>
            </a:r>
          </a:p>
        </p:txBody>
      </p:sp>
      <p:sp>
        <p:nvSpPr>
          <p:cNvPr id="4" name="">
            <a:extLst xmlns:a="http://schemas.openxmlformats.org/drawingml/2006/main">
              <a:ext uri="{FF2B5EF4-FFF2-40B4-BE49-F238E27FC236}">
                <a16:creationId xmlns:a16="http://schemas.microsoft.com/office/drawing/2014/main" id="{2398456B-7E41-44B2-96EF-16716339170F}"/>
              </a:ext>
            </a:extLst>
          </p:cNvPr>
          <p:cNvSpPr>
            <a:spLocks xmlns:a="http://schemas.openxmlformats.org/drawingml/2006/main" noGrp="1"/>
          </p:cNvSpPr>
          <p:nvPr/>
        </p:nvSpPr>
        <p:spPr>
          <a:xfrm xmlns:a="http://schemas.openxmlformats.org/drawingml/2006/main">
            <a:off x="800100" y="601980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66788A"/>
                </a:solidFill>
                <a:latin typeface="Arial"/>
                <a:ea typeface="Arial"/>
                <a:cs typeface="Arial"/>
              </a:defRPr>
            </a:pPr>
            <a:r>
              <a:rPr sz="1125">
                <a:solidFill>
                  <a:srgbClr val="66788A"/>
                </a:solidFill>
                <a:latin typeface="Arial"/>
                <a:ea typeface="Arial"/>
                <a:cs typeface="Arial"/>
              </a:rPr>
              <a:t>Synthetic public demo · 2/3</a:t>
            </a:r>
          </a:p>
        </p:txBody>
      </p:sp>
    </p:spTree>
    <p:extLst>
      <p:ext uri="{BB962C8B-B14F-4D97-AF65-F5344CB8AC3E}">
        <p14:creationId xmlns:p14="http://schemas.microsoft.com/office/powerpoint/2010/main" val="2007782369"/>
      </p:ext>
    </p:extLst>
  </p:cSld>
</p:sld>
</file>

<file path=ppt/slides/slide3.xml><?xml version="1.0" encoding="utf-8"?>
<p:sld xmlns:p="http://schemas.openxmlformats.org/presentationml/2006/main">
  <p:cSld>
    <p:bg>
      <p:bgPr>
        <a:solidFill xmlns:a="http://schemas.openxmlformats.org/drawingml/2006/main">
          <a:srgbClr val="F7F2E8"/>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a9f274c84933411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930CF42-2044-4865-A2CF-5A8C3337FFDA}"/>
              </a:ext>
            </a:extLst>
          </p:cNvPr>
          <p:cNvSpPr>
            <a:spLocks xmlns:a="http://schemas.openxmlformats.org/drawingml/2006/main" noGrp="1"/>
          </p:cNvSpPr>
          <p:nvPr/>
        </p:nvSpPr>
        <p:spPr>
          <a:xfrm xmlns:a="http://schemas.openxmlformats.org/drawingml/2006/main">
            <a:off x="781050" y="1000125"/>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300" b="1">
                <a:solidFill>
                  <a:srgbClr val="17324D"/>
                </a:solidFill>
                <a:latin typeface="Arial"/>
                <a:ea typeface="Arial"/>
                <a:cs typeface="Arial"/>
              </a:defRPr>
            </a:pPr>
            <a:r>
              <a:rPr sz="3300" b="1">
                <a:solidFill>
                  <a:srgbClr val="17324D"/>
                </a:solidFill>
                <a:latin typeface="Arial"/>
                <a:ea typeface="Arial"/>
                <a:cs typeface="Arial"/>
              </a:rPr>
              <a:t>Reasoning check</a:t>
            </a:r>
          </a:p>
        </p:txBody>
      </p:sp>
      <p:sp>
        <p:nvSpPr>
          <p:cNvPr id="3" name="">
            <a:extLst xmlns:a="http://schemas.openxmlformats.org/drawingml/2006/main">
              <a:ext uri="{FF2B5EF4-FFF2-40B4-BE49-F238E27FC236}">
                <a16:creationId xmlns:a16="http://schemas.microsoft.com/office/drawing/2014/main" id="{97540EA0-54DF-4AF4-8A3B-24D948F6561B}"/>
              </a:ext>
            </a:extLst>
          </p:cNvPr>
          <p:cNvSpPr>
            <a:spLocks xmlns:a="http://schemas.openxmlformats.org/drawingml/2006/main" noGrp="1"/>
          </p:cNvSpPr>
          <p:nvPr/>
        </p:nvSpPr>
        <p:spPr>
          <a:xfrm xmlns:a="http://schemas.openxmlformats.org/drawingml/2006/main">
            <a:off x="800100" y="2333625"/>
            <a:ext cx="6048375" cy="2714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175">
                <a:solidFill>
                  <a:srgbClr val="243B53"/>
                </a:solidFill>
                <a:latin typeface="Arial"/>
                <a:ea typeface="Arial"/>
                <a:cs typeface="Arial"/>
              </a:defRPr>
            </a:pPr>
            <a:r>
              <a:rPr sz="2175">
                <a:solidFill>
                  <a:srgbClr val="243B53"/>
                </a:solidFill>
                <a:latin typeface="Arial"/>
                <a:ea typeface="Arial"/>
                <a:cs typeface="Arial"/>
              </a:rPr>
              <a:t>0.72 gives label 1</a:t>
            </a:r>
          </a:p>
          <a:p xmlns:a="http://schemas.openxmlformats.org/drawingml/2006/main">
            <a:pPr>
              <a:defRPr sz="2175">
                <a:solidFill>
                  <a:srgbClr val="243B53"/>
                </a:solidFill>
                <a:latin typeface="Arial"/>
                <a:ea typeface="Arial"/>
                <a:cs typeface="Arial"/>
              </a:defRPr>
            </a:pPr>
            <a:r>
              <a:rPr sz="2175">
                <a:solidFill>
                  <a:srgbClr val="243B53"/>
                </a:solidFill>
                <a:latin typeface="Arial"/>
                <a:ea typeface="Arial"/>
                <a:cs typeface="Arial"/>
              </a:rPr>
              <a:t>0.31 gives label 0</a:t>
            </a:r>
          </a:p>
          <a:p xmlns:a="http://schemas.openxmlformats.org/drawingml/2006/main">
            <a:r>
              <a:t/>
            </a:r>
          </a:p>
          <a:p xmlns:a="http://schemas.openxmlformats.org/drawingml/2006/main">
            <a:pPr>
              <a:defRPr sz="2175">
                <a:solidFill>
                  <a:srgbClr val="243B53"/>
                </a:solidFill>
                <a:latin typeface="Arial"/>
                <a:ea typeface="Arial"/>
                <a:cs typeface="Arial"/>
              </a:defRPr>
            </a:pPr>
            <a:r>
              <a:rPr sz="2175">
                <a:solidFill>
                  <a:srgbClr val="243B53"/>
                </a:solidFill>
                <a:latin typeface="Arial"/>
                <a:ea typeface="Arial"/>
                <a:cs typeface="Arial"/>
              </a:rPr>
              <a:t>What changes at threshold 0.80?</a:t>
            </a:r>
          </a:p>
        </p:txBody>
      </p:sp>
      <p:sp>
        <p:nvSpPr>
          <p:cNvPr id="4" name="">
            <a:extLst xmlns:a="http://schemas.openxmlformats.org/drawingml/2006/main">
              <a:ext uri="{FF2B5EF4-FFF2-40B4-BE49-F238E27FC236}">
                <a16:creationId xmlns:a16="http://schemas.microsoft.com/office/drawing/2014/main" id="{9B6E85A7-A106-46AF-BBCC-DD1F650FC8EE}"/>
              </a:ext>
            </a:extLst>
          </p:cNvPr>
          <p:cNvSpPr>
            <a:spLocks xmlns:a="http://schemas.openxmlformats.org/drawingml/2006/main" noGrp="1"/>
          </p:cNvSpPr>
          <p:nvPr/>
        </p:nvSpPr>
        <p:spPr>
          <a:xfrm xmlns:a="http://schemas.openxmlformats.org/drawingml/2006/main">
            <a:off x="800100" y="601980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a:solidFill>
                  <a:srgbClr val="66788A"/>
                </a:solidFill>
                <a:latin typeface="Arial"/>
                <a:ea typeface="Arial"/>
                <a:cs typeface="Arial"/>
              </a:defRPr>
            </a:pPr>
            <a:r>
              <a:rPr sz="1125">
                <a:solidFill>
                  <a:srgbClr val="66788A"/>
                </a:solidFill>
                <a:latin typeface="Arial"/>
                <a:ea typeface="Arial"/>
                <a:cs typeface="Arial"/>
              </a:rPr>
              <a:t>Synthetic public demo · 3/3</a:t>
            </a:r>
          </a:p>
        </p:txBody>
      </p:sp>
    </p:spTree>
    <p:extLst>
      <p:ext uri="{BB962C8B-B14F-4D97-AF65-F5344CB8AC3E}">
        <p14:creationId xmlns:p14="http://schemas.microsoft.com/office/powerpoint/2010/main" val="7389282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2026-09-26T19:47:11.4470000Z</dcterms:created>
  <dcterms:modified xsi:type="dcterms:W3CDTF">2026-09-26T19:47:11.4470000Z</dcterms:modified>
</coreProperties>
</file>
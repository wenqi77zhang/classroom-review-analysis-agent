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265faa1404419b" /><Relationship Type="http://schemas.openxmlformats.org/officeDocument/2006/relationships/extended-properties" Target="/docProps/app.xml" Id="R0dc9f95771854946" /><Relationship Type="http://schemas.openxmlformats.org/officeDocument/2006/relationships/officeDocument" Target="/ppt/presentation.xml" Id="Rc69e52f444b446e7" /></Relationships>
</file>

<file path=ppt/presentation.xml><?xml version="1.0" encoding="utf-8"?>
<p:presentation xmlns:p="http://schemas.openxmlformats.org/presentationml/2006/main">
  <p:sldMasterIdLst>
    <p:sldMasterId xmlns:r="http://schemas.openxmlformats.org/officeDocument/2006/relationships" id="2147483648" r:id="R4c9d1f02f7b14292"/>
  </p:sldMasterIdLst>
  <p:notesMasterIdLst>
    <p:notesMasterId xmlns:r="http://schemas.openxmlformats.org/officeDocument/2006/relationships" r:id="R0a2ee7d8af264dc7"/>
  </p:notesMasterIdLst>
  <p:sldIdLst>
    <p:sldId xmlns:r="http://schemas.openxmlformats.org/officeDocument/2006/relationships" id="256" r:id="R42a147579649496f"/>
    <p:sldId xmlns:r="http://schemas.openxmlformats.org/officeDocument/2006/relationships" id="257" r:id="R97c1adc793664f39"/>
    <p:sldId xmlns:r="http://schemas.openxmlformats.org/officeDocument/2006/relationships" id="258" r:id="Rd8838650718440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9b35de9957462d" /><Relationship Type="http://schemas.openxmlformats.org/officeDocument/2006/relationships/slideMaster" Target="/ppt/slideMasters/slideMaster1.xml" Id="R4c9d1f02f7b14292" /><Relationship Type="http://schemas.openxmlformats.org/officeDocument/2006/relationships/notesMaster" Target="/ppt/notesMasters/notesMaster1.xml" Id="R0a2ee7d8af264dc7" /><Relationship Type="http://schemas.openxmlformats.org/officeDocument/2006/relationships/presProps" Target="/ppt/presProps.xml" Id="R7887920d8c2f43fc" /><Relationship Type="http://schemas.openxmlformats.org/officeDocument/2006/relationships/tableStyles" Target="/ppt/tableStyles.xml" Id="R14c84e67cc5943ed" /><Relationship Type="http://schemas.openxmlformats.org/officeDocument/2006/relationships/slide" Target="/ppt/slides/slide1.xml" Id="R42a147579649496f" /><Relationship Type="http://schemas.openxmlformats.org/officeDocument/2006/relationships/slide" Target="/ppt/slides/slide2.xml" Id="R97c1adc793664f39" /><Relationship Type="http://schemas.openxmlformats.org/officeDocument/2006/relationships/slide" Target="/ppt/slides/slide3.xml" Id="Rd8838650718440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c79b2eb89544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0e28b0a83944d4" /><Relationship Type="http://schemas.openxmlformats.org/officeDocument/2006/relationships/notesMaster" Target="/ppt/notesMasters/notesMaster1.xml" Id="Rdec76372adbe43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58a448d5974c7c" /><Relationship Type="http://schemas.openxmlformats.org/officeDocument/2006/relationships/notesMaster" Target="/ppt/notesMasters/notesMaster1.xml" Id="Rb36fe9387df6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999f7d11ba4768" /><Relationship Type="http://schemas.openxmlformats.org/officeDocument/2006/relationships/notesMaster" Target="/ppt/notesMasters/notesMaster1.xml" Id="R7c892562ef714a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This is a synthetic classroom recording created for the Classroom Review Agent public demo. In binary classification, our learning goal is to predict label zero or one from input features. We fit the model on labeled training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The model returns a probability. We use a decision threshold of zero point five. A probability at or above zero point five becomes label one. A lower probability becomes label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Here is a quick check. The model score is zero point seven two. Which label should we predict? The answer is label one because the score is above the threshold. We will move on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8002dbfb7b45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67148958644b4f" /><Relationship Type="http://schemas.openxmlformats.org/officeDocument/2006/relationships/slideLayout" Target="/ppt/slideLayouts/slideLayout1.xml" Id="R41a0746ae1604a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a0746ae1604a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67fe5236454964" /><Relationship Type="http://schemas.openxmlformats.org/officeDocument/2006/relationships/image" Target="/ppt/media/image.png" Id="Rc076829860584f5a" /><Relationship Type="http://schemas.openxmlformats.org/officeDocument/2006/relationships/notesSlide" Target="/ppt/notesSlides/notesSlide1.xml" Id="R60fdee5b90f949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bda2a41cf64d3d" /><Relationship Type="http://schemas.openxmlformats.org/officeDocument/2006/relationships/image" Target="/ppt/media/image2.png" Id="R77d696dd03b841c5" /><Relationship Type="http://schemas.openxmlformats.org/officeDocument/2006/relationships/notesSlide" Target="/ppt/notesSlides/notesSlide2.xml" Id="Rbc5b6af6b7c14e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cc647a81d74224" /><Relationship Type="http://schemas.openxmlformats.org/officeDocument/2006/relationships/image" Target="/ppt/media/image3.png" Id="R284ea55c3a2143a7" /><Relationship Type="http://schemas.openxmlformats.org/officeDocument/2006/relationships/notesSlide" Target="/ppt/notesSlides/notesSlide3.xml" Id="Rd787abd3a9814ea9"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076829860584f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140C72-05CC-4C61-94BA-8614A97C88F6}"/>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Learning goal</a:t>
            </a:r>
          </a:p>
        </p:txBody>
      </p:sp>
      <p:sp>
        <p:nvSpPr>
          <p:cNvPr id="3" name="">
            <a:extLst xmlns:a="http://schemas.openxmlformats.org/drawingml/2006/main">
              <a:ext uri="{FF2B5EF4-FFF2-40B4-BE49-F238E27FC236}">
                <a16:creationId xmlns:a16="http://schemas.microsoft.com/office/drawing/2014/main" id="{C60ABB95-9000-480E-99E5-62D17A0E14E0}"/>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Predict label 0 or 1 from input features.</a:t>
            </a:r>
          </a:p>
        </p:txBody>
      </p:sp>
      <p:sp>
        <p:nvSpPr>
          <p:cNvPr id="4" name="">
            <a:extLst xmlns:a="http://schemas.openxmlformats.org/drawingml/2006/main">
              <a:ext uri="{FF2B5EF4-FFF2-40B4-BE49-F238E27FC236}">
                <a16:creationId xmlns:a16="http://schemas.microsoft.com/office/drawing/2014/main" id="{FE601149-C4EA-4CD9-834A-71B07772B311}"/>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1/3</a:t>
            </a:r>
          </a:p>
        </p:txBody>
      </p:sp>
    </p:spTree>
    <p:extLst>
      <p:ext uri="{BB962C8B-B14F-4D97-AF65-F5344CB8AC3E}">
        <p14:creationId xmlns:p14="http://schemas.microsoft.com/office/powerpoint/2010/main" val="1526055526"/>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7d696dd03b841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BA8A76-A888-40D7-958C-5CA646E327F8}"/>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Decision threshold</a:t>
            </a:r>
          </a:p>
        </p:txBody>
      </p:sp>
      <p:sp>
        <p:nvSpPr>
          <p:cNvPr id="3" name="">
            <a:extLst xmlns:a="http://schemas.openxmlformats.org/drawingml/2006/main">
              <a:ext uri="{FF2B5EF4-FFF2-40B4-BE49-F238E27FC236}">
                <a16:creationId xmlns:a16="http://schemas.microsoft.com/office/drawing/2014/main" id="{F071F6DB-3D24-4207-87F1-B06489B974D4}"/>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Probability ≥ 0.50 gives label 1</a:t>
            </a:r>
          </a:p>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Probability &lt; 0.50 gives label 0</a:t>
            </a:r>
          </a:p>
        </p:txBody>
      </p:sp>
      <p:sp>
        <p:nvSpPr>
          <p:cNvPr id="4" name="">
            <a:extLst xmlns:a="http://schemas.openxmlformats.org/drawingml/2006/main">
              <a:ext uri="{FF2B5EF4-FFF2-40B4-BE49-F238E27FC236}">
                <a16:creationId xmlns:a16="http://schemas.microsoft.com/office/drawing/2014/main" id="{3B916D44-7442-4D18-864F-FFFED2CC4E96}"/>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2/3</a:t>
            </a:r>
          </a:p>
        </p:txBody>
      </p:sp>
    </p:spTree>
    <p:extLst>
      <p:ext uri="{BB962C8B-B14F-4D97-AF65-F5344CB8AC3E}">
        <p14:creationId xmlns:p14="http://schemas.microsoft.com/office/powerpoint/2010/main" val="1060871792"/>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84ea55c3a2143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0ABDF5-A423-4F9D-96FE-4A11853BBFDE}"/>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Quick check</a:t>
            </a:r>
          </a:p>
        </p:txBody>
      </p:sp>
      <p:sp>
        <p:nvSpPr>
          <p:cNvPr id="3" name="">
            <a:extLst xmlns:a="http://schemas.openxmlformats.org/drawingml/2006/main">
              <a:ext uri="{FF2B5EF4-FFF2-40B4-BE49-F238E27FC236}">
                <a16:creationId xmlns:a16="http://schemas.microsoft.com/office/drawing/2014/main" id="{05545317-7E97-49F0-8F2A-10D80081399B}"/>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The model score is 0.72. Which label?</a:t>
            </a:r>
          </a:p>
          <a:p xmlns:a="http://schemas.openxmlformats.org/drawingml/2006/main">
            <a:r>
              <a:t/>
            </a:r>
          </a:p>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Answer: label 1</a:t>
            </a:r>
          </a:p>
        </p:txBody>
      </p:sp>
      <p:sp>
        <p:nvSpPr>
          <p:cNvPr id="4" name="">
            <a:extLst xmlns:a="http://schemas.openxmlformats.org/drawingml/2006/main">
              <a:ext uri="{FF2B5EF4-FFF2-40B4-BE49-F238E27FC236}">
                <a16:creationId xmlns:a16="http://schemas.microsoft.com/office/drawing/2014/main" id="{6313CE4C-C402-4D99-9579-1FBB5D183015}"/>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3/3</a:t>
            </a:r>
          </a:p>
        </p:txBody>
      </p:sp>
    </p:spTree>
    <p:extLst>
      <p:ext uri="{BB962C8B-B14F-4D97-AF65-F5344CB8AC3E}">
        <p14:creationId xmlns:p14="http://schemas.microsoft.com/office/powerpoint/2010/main" val="236541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2026-09-26T19:47:07.7890000Z</dcterms:created>
  <dcterms:modified xsi:type="dcterms:W3CDTF">2026-09-26T19:47:07.7890000Z</dcterms:modified>
</coreProperties>
</file>